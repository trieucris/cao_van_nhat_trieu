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  <p:sldMasterId id="2147483714" r:id="rId2"/>
  </p:sldMasterIdLst>
  <p:notesMasterIdLst>
    <p:notesMasterId r:id="rId7"/>
  </p:notesMasterIdLst>
  <p:sldIdLst>
    <p:sldId id="256" r:id="rId3"/>
    <p:sldId id="257" r:id="rId4"/>
    <p:sldId id="259" r:id="rId5"/>
    <p:sldId id="261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10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54F264-CF22-408D-9BA5-D22756E1882D}" type="datetimeFigureOut">
              <a:rPr lang="vi-VN" smtClean="0"/>
              <a:t>08/01/2026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236F4-B507-4B9F-8C50-EC9ADCD9BD6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15255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236F4-B507-4B9F-8C50-EC9ADCD9BD60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358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18509-B981-9A39-D53B-2304C6A6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74C70-B5C9-F20C-3E2C-4EFA3C3E5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C98FC-A117-F59E-2966-F96607380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88A71-56CE-D79E-1514-1EAC149EA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236F4-B507-4B9F-8C50-EC9ADCD9BD60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8747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5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4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2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8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2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1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8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94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3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39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8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E4D2-9EAE-BA0A-B2DB-F2C2C33B2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78A15-AEA4-439F-69C5-30B49DEC6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6A316-34D9-293B-D463-7503C02C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F15D4-A2F8-E372-94DB-4B0D9D58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4D896-7B8C-20B5-853E-3ABCF18D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6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67B6-FE78-EA4A-0C92-0EC9ABAF4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AC967-CDFB-CE7A-9046-3CDA0AD03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B3668-B7B1-711A-5D2A-F3E6EFAF7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DFE86-DE07-CF91-E175-E42D1168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861DA-FA8F-3B89-49F5-9D9F4BCB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93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8067-D8C7-11B9-D175-586D545B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63B89-90FA-B81B-1FBC-3BC16603D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5139C-98F2-D23F-BEB4-CA7C4292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23FF3-F798-6FEB-42C6-DF987FAD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01DF2-3C7D-1663-F84C-D3673DEC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21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B6C7-6E61-D354-2270-46B4174E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7281-C92D-BA3C-50B3-E0F3D9317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E9B49-C92D-93CF-416B-98C44AEA7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15BD7-8E43-DDA0-EFAF-51EF961B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B582B-031A-1F66-AD4E-6092FC75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F7C37-194E-5DFA-B898-705AEB4A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92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6814-F693-3F52-EE31-6EC2B120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021DB-4415-CBD3-8676-B5C776737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219A1-324D-705D-AF5A-2F7951BE0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1BFF8-09D1-92E3-8457-7AF39C96E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DC8B0-5F74-2D62-C453-A11D326E1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C0E26-66F0-BE2B-0F8E-75CC7B72E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600BC-9130-F799-9635-42A209F0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E57BE-3509-1818-104A-AC9FA7DD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18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E789-9047-C5C5-424E-EA33BDE3F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ABBE6-1BA9-6136-A959-89C05587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F7312-C6C5-58EF-7123-0260FB09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6C2CA-6657-EDB9-ED2D-B4BB75CC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35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395F0-5E41-B78B-EDBC-4188E859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00688-DA62-6396-0FB2-608ED5FC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41F95-305E-682F-CF31-853F7DC4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670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66F49-ACB7-089F-1886-FD85C8BB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CFEF9-18DA-DFDA-7264-93468E35D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01E90-59F8-89DB-5014-4F7A2AF1D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D927E-4082-966C-7C0B-6D1FACB0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9573E-1A21-BEA0-B983-2280ED15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C32F0-23C2-57FC-60EB-00D389A8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96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315B-2DE7-93F8-9AD1-46229F67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F0890-54A7-BB6E-7A77-0ED3F06AC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D298A-AECF-E055-5B52-48B8BBB8F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AC293-7A18-548F-BBCA-02772DF9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C7959-7D38-5607-3369-F2D70769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D26C2-DA8B-C823-BC1C-D3D87B07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09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2057-5A7D-4E5F-D8DC-119CB2CA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4549C-428D-14A6-E95A-CD9FD1AE8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1170-FAA1-DD33-1493-EBBB119B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0571F-2604-06E7-00DC-6F7CCBE6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31FCA-6B2C-83FE-E256-6D43EA7B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769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C50AF6-B907-AC6A-71F9-94CC81DBC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62F35-668B-B2A1-7DFB-5659356C8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ABDB4-5E44-189B-3D7F-A89B034B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3B9AC-3791-80ED-8239-9B6CE8C2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2B5EA-AF7A-F47D-AA35-55E6FB26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2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0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01" r:id="rId4"/>
    <p:sldLayoutId id="2147483702" r:id="rId5"/>
    <p:sldLayoutId id="2147483703" r:id="rId6"/>
    <p:sldLayoutId id="2147483708" r:id="rId7"/>
    <p:sldLayoutId id="2147483704" r:id="rId8"/>
    <p:sldLayoutId id="2147483705" r:id="rId9"/>
    <p:sldLayoutId id="2147483706" r:id="rId10"/>
    <p:sldLayoutId id="2147483707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9097D-4E0B-3910-6A75-22D720D1F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91379-A405-1B9E-AF4E-86FB1119C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D7242-2595-EC41-A39E-4C6F8CDDB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8C37-D3F6-F769-858B-94306B6B5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DA6FF-4B8E-496B-E998-90B369304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59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668458E-4A55-2E13-6A61-FC5A9ED6D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260" y="659674"/>
            <a:ext cx="2914431" cy="29144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E312AC-3998-8C56-369F-ABF451B5935E}"/>
              </a:ext>
            </a:extLst>
          </p:cNvPr>
          <p:cNvSpPr txBox="1"/>
          <p:nvPr/>
        </p:nvSpPr>
        <p:spPr>
          <a:xfrm>
            <a:off x="2569610" y="3714136"/>
            <a:ext cx="7049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tx2">
                    <a:lumMod val="50000"/>
                    <a:lumOff val="50000"/>
                  </a:schemeClr>
                </a:solidFill>
                <a:latin typeface="Aptos Slab Black" panose="020F0502020204030204" pitchFamily="34" charset="0"/>
              </a:rPr>
              <a:t>ĐẠI HỌC ĐÀ NẴNG</a:t>
            </a:r>
            <a:endParaRPr lang="vi-VN" sz="2800">
              <a:solidFill>
                <a:schemeClr val="tx2">
                  <a:lumMod val="50000"/>
                  <a:lumOff val="50000"/>
                </a:schemeClr>
              </a:solidFill>
              <a:latin typeface="Aptos Slab Black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3BB0EB-CF84-5F83-69ED-FB9E08B967EF}"/>
              </a:ext>
            </a:extLst>
          </p:cNvPr>
          <p:cNvSpPr txBox="1"/>
          <p:nvPr/>
        </p:nvSpPr>
        <p:spPr>
          <a:xfrm>
            <a:off x="1388043" y="4237356"/>
            <a:ext cx="9412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tx2">
                    <a:lumMod val="75000"/>
                    <a:lumOff val="25000"/>
                  </a:schemeClr>
                </a:solidFill>
                <a:latin typeface="Aptos Slab Black" panose="020F0502020204030204" pitchFamily="34" charset="0"/>
              </a:rPr>
              <a:t>TRƯỜNG ĐẠI HỌC SƯ PHẠM KỸ THUẬT</a:t>
            </a:r>
            <a:endParaRPr lang="vi-VN" sz="3600">
              <a:solidFill>
                <a:schemeClr val="tx2">
                  <a:lumMod val="75000"/>
                  <a:lumOff val="25000"/>
                </a:schemeClr>
              </a:solidFill>
              <a:latin typeface="Aptos Slab Black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95B6C-2134-D3B1-A293-B82DAB4B50FA}"/>
              </a:ext>
            </a:extLst>
          </p:cNvPr>
          <p:cNvSpPr txBox="1"/>
          <p:nvPr/>
        </p:nvSpPr>
        <p:spPr>
          <a:xfrm>
            <a:off x="1388043" y="4883687"/>
            <a:ext cx="9412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FF9933"/>
                </a:solidFill>
                <a:latin typeface="Aptos Slab Black" panose="020F0502020204030204" pitchFamily="34" charset="0"/>
              </a:rPr>
              <a:t>The University of Danang - University of Technology and Education</a:t>
            </a:r>
            <a:endParaRPr lang="vi-VN" sz="2000">
              <a:solidFill>
                <a:srgbClr val="FF9933"/>
              </a:solidFill>
              <a:latin typeface="Aptos Slab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15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88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CA0E-60DA-8A1F-7647-7F6A50F2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53" y="1033720"/>
            <a:ext cx="10832692" cy="1375184"/>
          </a:xfrm>
        </p:spPr>
        <p:txBody>
          <a:bodyPr>
            <a:normAutofit/>
          </a:bodyPr>
          <a:lstStyle/>
          <a:p>
            <a:pPr algn="ctr"/>
            <a:r>
              <a:rPr lang="en-US" sz="6000">
                <a:solidFill>
                  <a:schemeClr val="tx2">
                    <a:lumMod val="75000"/>
                    <a:lumOff val="25000"/>
                  </a:schemeClr>
                </a:solidFill>
                <a:latin typeface="Aptos Slab Black" panose="020B0004020202020204" pitchFamily="34" charset="0"/>
              </a:rPr>
              <a:t>ĐỒ ÁN TỐT NGHIỆP</a:t>
            </a:r>
            <a:endParaRPr lang="vi-VN" sz="6000">
              <a:solidFill>
                <a:schemeClr val="tx2">
                  <a:lumMod val="75000"/>
                  <a:lumOff val="25000"/>
                </a:schemeClr>
              </a:solidFill>
              <a:latin typeface="Aptos Slab Black" panose="020B00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90D994-1784-8F5F-D5B1-211EE3268BC1}"/>
              </a:ext>
            </a:extLst>
          </p:cNvPr>
          <p:cNvSpPr txBox="1">
            <a:spLocks/>
          </p:cNvSpPr>
          <p:nvPr/>
        </p:nvSpPr>
        <p:spPr>
          <a:xfrm>
            <a:off x="856635" y="2156797"/>
            <a:ext cx="10478729" cy="672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solidFill>
                  <a:srgbClr val="FFC000"/>
                </a:solidFill>
                <a:latin typeface="Aptos Slab Black" panose="020B0004020202020204" pitchFamily="34" charset="0"/>
              </a:rPr>
              <a:t>NGÀNH: CÔNG NGHỆ KỸ THUẬT ĐIỀU KHIỂN &amp; TỰ ĐỘNG HOÁ</a:t>
            </a:r>
            <a:endParaRPr lang="vi-VN" sz="2000">
              <a:solidFill>
                <a:srgbClr val="FFC000"/>
              </a:solidFill>
              <a:latin typeface="Aptos Slab Black" panose="020B00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C017B22-39F1-7E0C-D861-40932A30F668}"/>
              </a:ext>
            </a:extLst>
          </p:cNvPr>
          <p:cNvSpPr txBox="1">
            <a:spLocks/>
          </p:cNvSpPr>
          <p:nvPr/>
        </p:nvSpPr>
        <p:spPr>
          <a:xfrm>
            <a:off x="856635" y="2757024"/>
            <a:ext cx="10478729" cy="1549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>
                <a:solidFill>
                  <a:schemeClr val="tx2">
                    <a:lumMod val="90000"/>
                    <a:lumOff val="10000"/>
                  </a:schemeClr>
                </a:solidFill>
                <a:latin typeface="Aptos Slab Black" panose="020B0004020202020204" pitchFamily="34" charset="0"/>
              </a:rPr>
              <a:t>ĐIỀU KHIỂN VÀ GIÁM SÁT MÔ HÌNH ROBOT DELTA SẮP XẾP SẢN PHẨM ỨNG DỤNG HỌC SÂU</a:t>
            </a:r>
            <a:endParaRPr lang="vi-VN" sz="3200">
              <a:solidFill>
                <a:schemeClr val="tx2">
                  <a:lumMod val="90000"/>
                  <a:lumOff val="10000"/>
                </a:schemeClr>
              </a:solidFill>
              <a:latin typeface="Aptos Slab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3FD40-20AE-4431-410B-11C6D25AB9F0}"/>
              </a:ext>
            </a:extLst>
          </p:cNvPr>
          <p:cNvSpPr txBox="1"/>
          <p:nvPr/>
        </p:nvSpPr>
        <p:spPr>
          <a:xfrm>
            <a:off x="3274142" y="4306937"/>
            <a:ext cx="564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2060"/>
                </a:solidFill>
              </a:rPr>
              <a:t>GVHD: 	TS. Cao Nguyễn Khoa Nam</a:t>
            </a:r>
            <a:endParaRPr lang="vi-VN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B8906-ED30-ABD1-AE11-F889C80F37A1}"/>
              </a:ext>
            </a:extLst>
          </p:cNvPr>
          <p:cNvSpPr txBox="1"/>
          <p:nvPr/>
        </p:nvSpPr>
        <p:spPr>
          <a:xfrm>
            <a:off x="3274142" y="4628441"/>
            <a:ext cx="5643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2060"/>
                </a:solidFill>
              </a:rPr>
              <a:t>SVTH: 	Cao Văn Nhật Triều	21115055120168</a:t>
            </a:r>
          </a:p>
          <a:p>
            <a:r>
              <a:rPr lang="en-US">
                <a:solidFill>
                  <a:srgbClr val="002060"/>
                </a:solidFill>
              </a:rPr>
              <a:t>	Châu Ngọc Vinh		21115055120</a:t>
            </a:r>
          </a:p>
          <a:p>
            <a:r>
              <a:rPr lang="en-US"/>
              <a:t>	</a:t>
            </a:r>
            <a:endParaRPr lang="vi-V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0FD76E-B5E7-993C-8079-11C5E0C1D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66"/>
          <a:stretch>
            <a:fillRect/>
          </a:stretch>
        </p:blipFill>
        <p:spPr>
          <a:xfrm>
            <a:off x="0" y="1"/>
            <a:ext cx="3730336" cy="74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4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88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77D44-A32D-9963-1723-61929D26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9AC9FC-CEDC-C5FF-245A-2ADC54A5B977}"/>
              </a:ext>
            </a:extLst>
          </p:cNvPr>
          <p:cNvCxnSpPr>
            <a:cxnSpLocks/>
          </p:cNvCxnSpPr>
          <p:nvPr/>
        </p:nvCxnSpPr>
        <p:spPr>
          <a:xfrm>
            <a:off x="1132114" y="6449961"/>
            <a:ext cx="10911978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68C3FA2-4B9B-EFB6-4232-3A4CCC14B647}"/>
              </a:ext>
            </a:extLst>
          </p:cNvPr>
          <p:cNvSpPr/>
          <p:nvPr/>
        </p:nvSpPr>
        <p:spPr>
          <a:xfrm>
            <a:off x="0" y="0"/>
            <a:ext cx="12192000" cy="78971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4813"/>
            <a:r>
              <a:rPr lang="en-US" sz="3600">
                <a:solidFill>
                  <a:schemeClr val="bg2"/>
                </a:solidFill>
                <a:latin typeface="Aptos Slab Black" panose="020B0004020202020204" pitchFamily="34" charset="0"/>
              </a:rPr>
              <a:t>NỘI DUNG</a:t>
            </a:r>
            <a:endParaRPr lang="vi-VN" sz="3600">
              <a:solidFill>
                <a:schemeClr val="bg2"/>
              </a:solidFill>
              <a:latin typeface="Aptos Slab Black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D535D-88B7-15A5-792A-EA1218B4B76E}"/>
              </a:ext>
            </a:extLst>
          </p:cNvPr>
          <p:cNvCxnSpPr/>
          <p:nvPr/>
        </p:nvCxnSpPr>
        <p:spPr>
          <a:xfrm>
            <a:off x="0" y="975360"/>
            <a:ext cx="12192000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30379DB-5908-C7FF-D982-99120FC79399}"/>
              </a:ext>
            </a:extLst>
          </p:cNvPr>
          <p:cNvSpPr txBox="1"/>
          <p:nvPr/>
        </p:nvSpPr>
        <p:spPr>
          <a:xfrm>
            <a:off x="497840" y="1534160"/>
            <a:ext cx="95402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Đặt vấn đề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0F03B5-1CF1-6B4F-87BB-097E0801D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8" y="5882640"/>
            <a:ext cx="875212" cy="87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6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1A1CD-3E04-94A7-0B78-57AF6FFC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9B5A38-81B9-B76B-DB66-AEAF12D4899D}"/>
              </a:ext>
            </a:extLst>
          </p:cNvPr>
          <p:cNvCxnSpPr>
            <a:cxnSpLocks/>
          </p:cNvCxnSpPr>
          <p:nvPr/>
        </p:nvCxnSpPr>
        <p:spPr>
          <a:xfrm>
            <a:off x="1132114" y="6449961"/>
            <a:ext cx="10911978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19F3916-372D-95F9-7A5E-1D3D38F682C4}"/>
              </a:ext>
            </a:extLst>
          </p:cNvPr>
          <p:cNvSpPr/>
          <p:nvPr/>
        </p:nvSpPr>
        <p:spPr>
          <a:xfrm>
            <a:off x="0" y="0"/>
            <a:ext cx="12192000" cy="78971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4813"/>
            <a:r>
              <a:rPr lang="en-US" sz="3600">
                <a:solidFill>
                  <a:schemeClr val="bg2"/>
                </a:solidFill>
                <a:latin typeface="Aptos Slab Black" panose="020B0004020202020204" pitchFamily="34" charset="0"/>
              </a:rPr>
              <a:t>NỘI DUNG</a:t>
            </a:r>
            <a:endParaRPr lang="vi-VN" sz="3600">
              <a:solidFill>
                <a:schemeClr val="bg2"/>
              </a:solidFill>
              <a:latin typeface="Aptos Slab Black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0D9A28-17E0-E45D-FB4C-7C2F1E510142}"/>
              </a:ext>
            </a:extLst>
          </p:cNvPr>
          <p:cNvCxnSpPr/>
          <p:nvPr/>
        </p:nvCxnSpPr>
        <p:spPr>
          <a:xfrm>
            <a:off x="0" y="975360"/>
            <a:ext cx="12192000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DFEF06-6837-FB2F-0F29-CC2C89FBAA4F}"/>
              </a:ext>
            </a:extLst>
          </p:cNvPr>
          <p:cNvSpPr txBox="1"/>
          <p:nvPr/>
        </p:nvSpPr>
        <p:spPr>
          <a:xfrm>
            <a:off x="497840" y="1534160"/>
            <a:ext cx="95402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Đặt vấn đề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rgbClr val="FFC000"/>
                </a:solidFill>
                <a:latin typeface="Aptos Slab Black" panose="020B0004020202020204" pitchFamily="34" charset="0"/>
              </a:rPr>
              <a:t>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9C3789-6457-363A-3172-37E276878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8" y="5882640"/>
            <a:ext cx="875212" cy="87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71498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102</Words>
  <Application>Microsoft Office PowerPoint</Application>
  <PresentationFormat>Widescreen</PresentationFormat>
  <Paragraphs>26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Aptos Slab Black</vt:lpstr>
      <vt:lpstr>Arial</vt:lpstr>
      <vt:lpstr>Century Gothic</vt:lpstr>
      <vt:lpstr>Times New Roman</vt:lpstr>
      <vt:lpstr>BrushVTI</vt:lpstr>
      <vt:lpstr>Office Theme</vt:lpstr>
      <vt:lpstr>PowerPoint Presentation</vt:lpstr>
      <vt:lpstr>ĐỒ ÁN TỐT NGHIỆP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 Văn Nhật Triều</dc:creator>
  <cp:lastModifiedBy>Cao Văn Nhật Triều</cp:lastModifiedBy>
  <cp:revision>5</cp:revision>
  <dcterms:created xsi:type="dcterms:W3CDTF">2026-01-07T12:13:33Z</dcterms:created>
  <dcterms:modified xsi:type="dcterms:W3CDTF">2026-01-08T05:33:38Z</dcterms:modified>
</cp:coreProperties>
</file>